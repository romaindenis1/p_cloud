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4" r:id="rId5"/>
    <p:sldId id="263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79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17.12.2025</a:t>
            </a:fld>
            <a:endParaRPr lang="fr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404319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17.12.2025</a:t>
            </a:fld>
            <a:endParaRPr lang="fr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578041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17.12.2025</a:t>
            </a:fld>
            <a:endParaRPr lang="fr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820762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17.12.2025</a:t>
            </a:fld>
            <a:endParaRPr lang="fr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57514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17.12.2025</a:t>
            </a:fld>
            <a:endParaRPr lang="fr-CH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56244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17.12.2025</a:t>
            </a:fld>
            <a:endParaRPr lang="fr-CH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781775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17.12.2025</a:t>
            </a:fld>
            <a:endParaRPr lang="fr-CH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203413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17.12.2025</a:t>
            </a:fld>
            <a:endParaRPr lang="fr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046127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17.12.2025</a:t>
            </a:fld>
            <a:endParaRPr lang="fr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265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17.12.2025</a:t>
            </a:fld>
            <a:endParaRPr lang="fr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424458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9146-CE1F-4177-ADE0-A0CDC52EA133}" type="datetimeFigureOut">
              <a:rPr lang="fr-CH" smtClean="0"/>
              <a:t>17.12.2025</a:t>
            </a:fld>
            <a:endParaRPr lang="fr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96672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DC59146-CE1F-4177-ADE0-A0CDC52EA133}" type="datetimeFigureOut">
              <a:rPr lang="fr-CH" smtClean="0"/>
              <a:t>17.12.2025</a:t>
            </a:fld>
            <a:endParaRPr lang="fr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fr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E32150E-DB96-4FEA-829A-E4ED23D8AF64}" type="slidenum">
              <a:rPr lang="fr-CH" smtClean="0"/>
              <a:t>‹N°›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197595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F8DEDE-C51D-92FE-436A-4D1E64B1FD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4472862"/>
            <a:ext cx="4620584" cy="737742"/>
          </a:xfrm>
        </p:spPr>
        <p:txBody>
          <a:bodyPr>
            <a:normAutofit/>
          </a:bodyPr>
          <a:lstStyle/>
          <a:p>
            <a:pPr algn="l"/>
            <a:r>
              <a:rPr lang="fr-CH" sz="4400" dirty="0"/>
              <a:t>P_CLOUD 246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F72BAA8-CD24-07FA-672E-6BB512904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fr-CH" sz="1700" dirty="0"/>
              <a:t>Romain Denis, Romain Schertenleib </a:t>
            </a:r>
            <a:r>
              <a:rPr lang="fr-CH" sz="1700" i="1" dirty="0"/>
              <a:t>(rom²)</a:t>
            </a:r>
          </a:p>
          <a:p>
            <a:pPr algn="l"/>
            <a:r>
              <a:rPr lang="fr-CH" sz="1700" dirty="0"/>
              <a:t>M. Sonney</a:t>
            </a:r>
          </a:p>
        </p:txBody>
      </p:sp>
      <p:pic>
        <p:nvPicPr>
          <p:cNvPr id="16" name="Picture 4" descr="Nuages blancs géométriques sur un ciel bleu">
            <a:extLst>
              <a:ext uri="{FF2B5EF4-FFF2-40B4-BE49-F238E27FC236}">
                <a16:creationId xmlns:a16="http://schemas.microsoft.com/office/drawing/2014/main" id="{47E50721-4555-2F9D-443C-C7C512151E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9" r="32872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7766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496A4C-931F-5341-1D6F-ABC309035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Problèmes rencontres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301922-A407-AF15-5B1A-EB313CCF6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Problèmes de redirection</a:t>
            </a:r>
          </a:p>
          <a:p>
            <a:r>
              <a:rPr lang="fr-CH" dirty="0"/>
              <a:t>Connection a la DB</a:t>
            </a:r>
          </a:p>
          <a:p>
            <a:r>
              <a:rPr lang="fr-CH" dirty="0"/>
              <a:t>UI Azure</a:t>
            </a:r>
          </a:p>
          <a:p>
            <a:r>
              <a:rPr lang="fr-CH" dirty="0"/>
              <a:t>Doc Azure</a:t>
            </a:r>
          </a:p>
          <a:p>
            <a:r>
              <a:rPr lang="fr-CH" dirty="0"/>
              <a:t>Plan Azure</a:t>
            </a:r>
          </a:p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58868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58C755-6CDE-01E5-58B5-24997795B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Connaissances acquises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0CBEE3-7E79-BA21-BB3B-40641DFDA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432330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1F8A94-E8AD-F3DF-0782-1511EF68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Fonction Serviles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555B87-3EA5-ABE8-3636-68D1FAFEB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C36D04-4D52-21A6-E894-262FD373B748}"/>
              </a:ext>
            </a:extLst>
          </p:cNvPr>
          <p:cNvSpPr/>
          <p:nvPr/>
        </p:nvSpPr>
        <p:spPr>
          <a:xfrm>
            <a:off x="12025357" y="6712721"/>
            <a:ext cx="333286" cy="29055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502804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E2510B-084B-762F-920A-88BDEA5FC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Pipeline CI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87DC06-C304-B939-ABA1-829292677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D99EB4D-0187-4135-BC62-F13BD154A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2012" y="411018"/>
            <a:ext cx="3798281" cy="603596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CA3555F-DEF4-BFB9-3D61-F41B41E2FB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37" r="1375"/>
          <a:stretch/>
        </p:blipFill>
        <p:spPr>
          <a:xfrm>
            <a:off x="7693892" y="411018"/>
            <a:ext cx="4165600" cy="603596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D24FA78-8342-4B1F-93DA-6BFD06F3FC31}"/>
              </a:ext>
            </a:extLst>
          </p:cNvPr>
          <p:cNvSpPr/>
          <p:nvPr/>
        </p:nvSpPr>
        <p:spPr>
          <a:xfrm>
            <a:off x="12025357" y="6712721"/>
            <a:ext cx="333286" cy="290557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056707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9CB20F-656F-D74D-38A1-BDE76B2A1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Authentification MSAL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295D7C-AC60-6CCB-A386-7D0293C11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DE060C-7B8F-CB1E-5DAC-3D24D97E4D8D}"/>
              </a:ext>
            </a:extLst>
          </p:cNvPr>
          <p:cNvSpPr/>
          <p:nvPr/>
        </p:nvSpPr>
        <p:spPr>
          <a:xfrm>
            <a:off x="12025357" y="6712721"/>
            <a:ext cx="333286" cy="29055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094674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BFBB4C-EA76-BBE3-FB56-E785A6221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fr-CH" sz="4000" dirty="0"/>
              <a:t>Fichiers env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C573CC-B1D9-FA58-00DB-BAD5AB890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fr-CH" sz="2000" dirty="0"/>
              <a:t>On a enlevé le .env, cause trop de problèmes à transférer</a:t>
            </a:r>
          </a:p>
          <a:p>
            <a:r>
              <a:rPr lang="fr-CH" sz="2000" dirty="0"/>
              <a:t>A la place, GitHub Secrets et variables d’environnement Azure</a:t>
            </a:r>
          </a:p>
        </p:txBody>
      </p:sp>
      <p:pic>
        <p:nvPicPr>
          <p:cNvPr id="5" name="Image 4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964DF2CC-B8E4-B3F3-CA6A-C823BD1600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5" t="8066" r="2186" b="4502"/>
          <a:stretch/>
        </p:blipFill>
        <p:spPr>
          <a:xfrm>
            <a:off x="6946667" y="986856"/>
            <a:ext cx="4389120" cy="2156031"/>
          </a:xfrm>
          <a:prstGeom prst="rect">
            <a:avLst/>
          </a:prstGeom>
        </p:spPr>
      </p:pic>
      <p:pic>
        <p:nvPicPr>
          <p:cNvPr id="7" name="Image 6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9FB10FB3-FDC6-61C9-B31B-A159C7E442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729" b="-1"/>
          <a:stretch>
            <a:fillRect/>
          </a:stretch>
        </p:blipFill>
        <p:spPr>
          <a:xfrm>
            <a:off x="6946667" y="3784725"/>
            <a:ext cx="4389120" cy="216187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A30CA2C-3F1A-E96F-7E43-6FF4FADCB9FD}"/>
              </a:ext>
            </a:extLst>
          </p:cNvPr>
          <p:cNvSpPr/>
          <p:nvPr/>
        </p:nvSpPr>
        <p:spPr>
          <a:xfrm>
            <a:off x="12025357" y="6712721"/>
            <a:ext cx="333286" cy="290557"/>
          </a:xfrm>
          <a:prstGeom prst="rect">
            <a:avLst/>
          </a:prstGeom>
          <a:solidFill>
            <a:schemeClr val="bg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003541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8F321D-E5A4-505B-86EA-3FE397188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Schéma de l’application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ECA62A-3261-D2FA-DD0A-C0DDD1045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207390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961DF0-7CF5-AB61-309C-6B843D840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189CE7-73A4-09B9-787A-9B5226895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482599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</TotalTime>
  <Words>67</Words>
  <Application>Microsoft Office PowerPoint</Application>
  <PresentationFormat>Grand écran</PresentationFormat>
  <Paragraphs>18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P_CLOUD 246</vt:lpstr>
      <vt:lpstr>Problèmes rencontres</vt:lpstr>
      <vt:lpstr>Connaissances acquises</vt:lpstr>
      <vt:lpstr>Fonction Serviles</vt:lpstr>
      <vt:lpstr>Pipeline CI</vt:lpstr>
      <vt:lpstr>Authentification MSAL</vt:lpstr>
      <vt:lpstr>Fichiers env</vt:lpstr>
      <vt:lpstr>Schéma de l’application</vt:lpstr>
      <vt:lpstr>Conclusion</vt:lpstr>
    </vt:vector>
  </TitlesOfParts>
  <Company>DGEP - Etat de Vaud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Denis</dc:creator>
  <cp:lastModifiedBy>Romain Denis</cp:lastModifiedBy>
  <cp:revision>1</cp:revision>
  <dcterms:created xsi:type="dcterms:W3CDTF">2025-12-17T13:07:35Z</dcterms:created>
  <dcterms:modified xsi:type="dcterms:W3CDTF">2025-12-17T14:46:52Z</dcterms:modified>
</cp:coreProperties>
</file>