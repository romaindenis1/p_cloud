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3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7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07.01.2026</a:t>
            </a:fld>
            <a:endParaRPr lang="fr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404319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07.01.2026</a:t>
            </a:fld>
            <a:endParaRPr lang="fr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578041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07.01.2026</a:t>
            </a:fld>
            <a:endParaRPr lang="fr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820762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07.01.2026</a:t>
            </a:fld>
            <a:endParaRPr lang="fr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57514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07.01.2026</a:t>
            </a:fld>
            <a:endParaRPr lang="fr-CH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56244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07.01.2026</a:t>
            </a:fld>
            <a:endParaRPr lang="fr-CH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781775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07.01.2026</a:t>
            </a:fld>
            <a:endParaRPr lang="fr-CH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20341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07.01.2026</a:t>
            </a:fld>
            <a:endParaRPr lang="fr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046127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07.01.2026</a:t>
            </a:fld>
            <a:endParaRPr lang="fr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265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07.01.2026</a:t>
            </a:fld>
            <a:endParaRPr lang="fr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42445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07.01.2026</a:t>
            </a:fld>
            <a:endParaRPr lang="fr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96672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DC59146-CE1F-4177-ADE0-A0CDC52EA133}" type="datetimeFigureOut">
              <a:rPr lang="fr-CH" smtClean="0"/>
              <a:t>07.01.2026</a:t>
            </a:fld>
            <a:endParaRPr lang="fr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fr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197595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F8DEDE-C51D-92FE-436A-4D1E64B1F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4472862"/>
            <a:ext cx="4620584" cy="737742"/>
          </a:xfrm>
        </p:spPr>
        <p:txBody>
          <a:bodyPr>
            <a:normAutofit/>
          </a:bodyPr>
          <a:lstStyle/>
          <a:p>
            <a:pPr algn="l"/>
            <a:r>
              <a:rPr lang="fr-CH" sz="4400" dirty="0"/>
              <a:t>P_</a:t>
            </a:r>
            <a:r>
              <a:rPr lang="fr-CH" sz="4400"/>
              <a:t>CLOUD 346</a:t>
            </a:r>
            <a:endParaRPr lang="fr-CH" sz="44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F72BAA8-CD24-07FA-672E-6BB512904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fr-CH" sz="1700" dirty="0"/>
              <a:t>Romain Denis, Romain Schertenleib </a:t>
            </a:r>
            <a:r>
              <a:rPr lang="fr-CH" sz="1700" i="1" dirty="0"/>
              <a:t>(rom²)</a:t>
            </a:r>
          </a:p>
          <a:p>
            <a:pPr algn="l"/>
            <a:r>
              <a:rPr lang="fr-CH" sz="1700" dirty="0"/>
              <a:t>M. Sonney</a:t>
            </a:r>
          </a:p>
        </p:txBody>
      </p:sp>
      <p:pic>
        <p:nvPicPr>
          <p:cNvPr id="16" name="Picture 4" descr="Nuages blancs géométriques sur un ciel bleu">
            <a:extLst>
              <a:ext uri="{FF2B5EF4-FFF2-40B4-BE49-F238E27FC236}">
                <a16:creationId xmlns:a16="http://schemas.microsoft.com/office/drawing/2014/main" id="{47E50721-4555-2F9D-443C-C7C512151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9" r="32872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7766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96A4C-931F-5341-1D6F-ABC309035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Problèmes rencontres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301922-A407-AF15-5B1A-EB313CCF6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Problèmes de redirection</a:t>
            </a:r>
          </a:p>
          <a:p>
            <a:r>
              <a:rPr lang="fr-CH" dirty="0"/>
              <a:t>Connection a la DB</a:t>
            </a:r>
          </a:p>
          <a:p>
            <a:r>
              <a:rPr lang="fr-CH" dirty="0"/>
              <a:t>UI Azure</a:t>
            </a:r>
          </a:p>
          <a:p>
            <a:r>
              <a:rPr lang="fr-CH" dirty="0"/>
              <a:t>Doc Azure</a:t>
            </a:r>
          </a:p>
          <a:p>
            <a:r>
              <a:rPr lang="fr-CH" dirty="0"/>
              <a:t>Plan Azure</a:t>
            </a:r>
          </a:p>
          <a:p>
            <a:r>
              <a:rPr lang="fr-CH" dirty="0"/>
              <a:t>Travail en équipe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5886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58C755-6CDE-01E5-58B5-24997795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Connaissances acquises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0CBEE3-7E79-BA21-BB3B-40641DFDA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MSAL</a:t>
            </a:r>
          </a:p>
          <a:p>
            <a:r>
              <a:rPr lang="fr-CH" dirty="0"/>
              <a:t>Déployer en CI/CD sur Azure</a:t>
            </a:r>
          </a:p>
          <a:p>
            <a:r>
              <a:rPr lang="fr-CH" dirty="0"/>
              <a:t>Limitations de Azure</a:t>
            </a:r>
          </a:p>
          <a:p>
            <a:r>
              <a:rPr lang="fr-CH" dirty="0"/>
              <a:t>Plans Azure</a:t>
            </a:r>
          </a:p>
          <a:p>
            <a:r>
              <a:rPr lang="fr-CH" dirty="0"/>
              <a:t>“Hiérarchie” Azure</a:t>
            </a:r>
          </a:p>
          <a:p>
            <a:endParaRPr lang="fr-CH" dirty="0"/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432330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1F8A94-E8AD-F3DF-0782-1511EF68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Fonction Serverless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555B87-3EA5-ABE8-3636-68D1FAFEB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Nous n’avons pas eu le temps de le faire</a:t>
            </a:r>
          </a:p>
          <a:p>
            <a:r>
              <a:rPr lang="fr-CH" dirty="0"/>
              <a:t>Pourquoi?</a:t>
            </a:r>
          </a:p>
          <a:p>
            <a:r>
              <a:rPr lang="fr-CH" dirty="0"/>
              <a:t>Sur quoi aurions nous fait?</a:t>
            </a:r>
          </a:p>
          <a:p>
            <a:pPr lvl="1"/>
            <a:r>
              <a:rPr lang="fr-CH" dirty="0"/>
              <a:t>MSAL</a:t>
            </a:r>
          </a:p>
          <a:p>
            <a:pPr lvl="1"/>
            <a:r>
              <a:rPr lang="fr-CH" dirty="0"/>
              <a:t>Notes</a:t>
            </a:r>
          </a:p>
          <a:p>
            <a:pPr lvl="1"/>
            <a:r>
              <a:rPr lang="fr-CH" dirty="0"/>
              <a:t>Commentaires</a:t>
            </a:r>
          </a:p>
          <a:p>
            <a:pPr lvl="1"/>
            <a:endParaRPr lang="fr-C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C36D04-4D52-21A6-E894-262FD373B748}"/>
              </a:ext>
            </a:extLst>
          </p:cNvPr>
          <p:cNvSpPr/>
          <p:nvPr/>
        </p:nvSpPr>
        <p:spPr>
          <a:xfrm>
            <a:off x="12025357" y="6712721"/>
            <a:ext cx="333286" cy="2905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502804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9CB20F-656F-D74D-38A1-BDE76B2A1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Authentification MSAL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DE060C-7B8F-CB1E-5DAC-3D24D97E4D8D}"/>
              </a:ext>
            </a:extLst>
          </p:cNvPr>
          <p:cNvSpPr/>
          <p:nvPr/>
        </p:nvSpPr>
        <p:spPr>
          <a:xfrm>
            <a:off x="12025357" y="6712721"/>
            <a:ext cx="333286" cy="2905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8" name="Espace réservé du contenu 7" descr="Une image contenant diagramme, Plan, Dessin technique, texte&#10;&#10;Le contenu généré par l’IA peut être incorrect.">
            <a:extLst>
              <a:ext uri="{FF2B5EF4-FFF2-40B4-BE49-F238E27FC236}">
                <a16:creationId xmlns:a16="http://schemas.microsoft.com/office/drawing/2014/main" id="{B61E0AC9-44DF-957B-2316-27EE12817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00" y="1896269"/>
            <a:ext cx="5105400" cy="4210050"/>
          </a:xfrm>
        </p:spPr>
      </p:pic>
    </p:spTree>
    <p:extLst>
      <p:ext uri="{BB962C8B-B14F-4D97-AF65-F5344CB8AC3E}">
        <p14:creationId xmlns:p14="http://schemas.microsoft.com/office/powerpoint/2010/main" val="3094674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BFBB4C-EA76-BBE3-FB56-E785A6221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fr-CH" sz="4000" dirty="0"/>
              <a:t>Fichiers env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C573CC-B1D9-FA58-00DB-BAD5AB890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fr-CH" sz="2000" dirty="0"/>
              <a:t>On a enlevé le .env, cause trop de problèmes à transférer</a:t>
            </a:r>
          </a:p>
          <a:p>
            <a:r>
              <a:rPr lang="fr-CH" sz="2000" dirty="0"/>
              <a:t>A la place, GitHub Secrets et variables d’environnement Azure</a:t>
            </a:r>
          </a:p>
        </p:txBody>
      </p:sp>
      <p:pic>
        <p:nvPicPr>
          <p:cNvPr id="5" name="Image 4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964DF2CC-B8E4-B3F3-CA6A-C823BD1600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5" t="8066" r="2186" b="4502"/>
          <a:stretch/>
        </p:blipFill>
        <p:spPr>
          <a:xfrm>
            <a:off x="6946667" y="986856"/>
            <a:ext cx="4389120" cy="2156031"/>
          </a:xfrm>
          <a:prstGeom prst="rect">
            <a:avLst/>
          </a:prstGeom>
        </p:spPr>
      </p:pic>
      <p:pic>
        <p:nvPicPr>
          <p:cNvPr id="7" name="Image 6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9FB10FB3-FDC6-61C9-B31B-A159C7E442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729" b="-1"/>
          <a:stretch>
            <a:fillRect/>
          </a:stretch>
        </p:blipFill>
        <p:spPr>
          <a:xfrm>
            <a:off x="6946667" y="3784725"/>
            <a:ext cx="4389120" cy="21618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A30CA2C-3F1A-E96F-7E43-6FF4FADCB9FD}"/>
              </a:ext>
            </a:extLst>
          </p:cNvPr>
          <p:cNvSpPr/>
          <p:nvPr/>
        </p:nvSpPr>
        <p:spPr>
          <a:xfrm>
            <a:off x="12025357" y="6712721"/>
            <a:ext cx="333286" cy="290557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00354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E2510B-084B-762F-920A-88BDEA5F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Pipeline 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87DC06-C304-B939-ABA1-829292677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68" y="1825625"/>
            <a:ext cx="2905570" cy="4351338"/>
          </a:xfrm>
        </p:spPr>
        <p:txBody>
          <a:bodyPr/>
          <a:lstStyle/>
          <a:p>
            <a:r>
              <a:rPr lang="fr-CH" dirty="0"/>
              <a:t>Comment ca marche?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D99EB4D-0187-4135-BC62-F13BD154A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012" y="411018"/>
            <a:ext cx="3798281" cy="603596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CA3555F-DEF4-BFB9-3D61-F41B41E2FB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7" r="1375"/>
          <a:stretch/>
        </p:blipFill>
        <p:spPr>
          <a:xfrm>
            <a:off x="7693892" y="411018"/>
            <a:ext cx="4165600" cy="60359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D24FA78-8342-4B1F-93DA-6BFD06F3FC31}"/>
              </a:ext>
            </a:extLst>
          </p:cNvPr>
          <p:cNvSpPr/>
          <p:nvPr/>
        </p:nvSpPr>
        <p:spPr>
          <a:xfrm>
            <a:off x="12025357" y="6712721"/>
            <a:ext cx="333286" cy="290557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056707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8F321D-E5A4-505B-86EA-3FE397188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Schéma de l’application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9AA2C65-7733-755E-7482-230873D3D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0876" y="1825625"/>
            <a:ext cx="7930248" cy="4351338"/>
          </a:xfrm>
        </p:spPr>
      </p:pic>
    </p:spTree>
    <p:extLst>
      <p:ext uri="{BB962C8B-B14F-4D97-AF65-F5344CB8AC3E}">
        <p14:creationId xmlns:p14="http://schemas.microsoft.com/office/powerpoint/2010/main" val="4207390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6961DF0-7CF5-AB61-309C-6B843D84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7" name="Graphic 6" descr="Ampoule">
            <a:extLst>
              <a:ext uri="{FF2B5EF4-FFF2-40B4-BE49-F238E27FC236}">
                <a16:creationId xmlns:a16="http://schemas.microsoft.com/office/drawing/2014/main" id="{06FF0FC1-D937-3DC4-BC36-CD5878E43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2599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</TotalTime>
  <Words>111</Words>
  <Application>Microsoft Office PowerPoint</Application>
  <PresentationFormat>Grand écran</PresentationFormat>
  <Paragraphs>31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P_CLOUD 346</vt:lpstr>
      <vt:lpstr>Problèmes rencontres</vt:lpstr>
      <vt:lpstr>Connaissances acquises</vt:lpstr>
      <vt:lpstr>Fonction Serverless</vt:lpstr>
      <vt:lpstr>Authentification MSAL</vt:lpstr>
      <vt:lpstr>Fichiers env</vt:lpstr>
      <vt:lpstr>Pipeline CI</vt:lpstr>
      <vt:lpstr>Schéma de l’application</vt:lpstr>
      <vt:lpstr>Conclusion</vt:lpstr>
    </vt:vector>
  </TitlesOfParts>
  <Company>DGEP - Etat de Vaud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Denis</dc:creator>
  <cp:lastModifiedBy>Romain Denis</cp:lastModifiedBy>
  <cp:revision>5</cp:revision>
  <dcterms:created xsi:type="dcterms:W3CDTF">2025-12-17T13:07:35Z</dcterms:created>
  <dcterms:modified xsi:type="dcterms:W3CDTF">2026-01-07T12:20:21Z</dcterms:modified>
</cp:coreProperties>
</file>